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APDL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 Optimizes Itself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analytics and experimentation platform that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finds growth opportunities and acts on them.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931920"/>
            <a:ext cx="2560320" cy="5029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It Works 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A/B tests are never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1005840" cy="27432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launch experiments but lack resources to review results and take 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weeks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act on insights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743200"/>
            <a:ext cx="1005840" cy="27432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analysis, cross-team handoffs, and approval bottlenecks slow everything down.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stitched together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2743200"/>
            <a:ext cx="1005840" cy="27432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feature flags, experimentation, and personalization live in separate silos.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Fully Autonomous.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APDL replaces your fragmented stack with a single, self-optimizing loop.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377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920240" cy="54864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page view, and conversion tracked in real-time.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77440" y="2807208"/>
            <a:ext cx="27432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0" name="Shape 7"/>
          <p:cNvSpPr/>
          <p:nvPr/>
        </p:nvSpPr>
        <p:spPr>
          <a:xfrm>
            <a:off x="2651760" y="1645920"/>
            <a:ext cx="1920240" cy="2377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645920"/>
            <a:ext cx="1920240" cy="54864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78892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surface insights from behavior patterns automatically.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2807208"/>
            <a:ext cx="27432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1645920"/>
            <a:ext cx="1920240" cy="2377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645920"/>
            <a:ext cx="1920240" cy="54864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874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98348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design and deploy A/B tests with statistical rigor.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66560" y="2807208"/>
            <a:ext cx="27432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2" name="Shape 17"/>
          <p:cNvSpPr/>
          <p:nvPr/>
        </p:nvSpPr>
        <p:spPr>
          <a:xfrm>
            <a:off x="7040880" y="1645920"/>
            <a:ext cx="1920240" cy="2377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0" y="1645920"/>
            <a:ext cx="1920240" cy="54864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745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17804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variants roll out. Personalized experiences deploy.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Continuous loop — insights feed the next cycle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 Product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Trial-to-paid conversion experiments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signals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88720"/>
            <a:ext cx="2651760" cy="91440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22860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funnel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 A/B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experiments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cohort tracking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188720"/>
            <a:ext cx="2651760" cy="91440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Content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22860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engagement funnels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Paywall placement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content banners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conversion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Acts, Not Just Reports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analytics tools give you dashboards. APDL gives you outcomes.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234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anomalies and opportunities in your data without manual queries.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645920"/>
            <a:ext cx="3657600" cy="1234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4068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hypotheses, picks metrics, calculates sample sizes, and launches tests.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108960"/>
            <a:ext cx="3657600" cy="1234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targeted UI (banners, modals, CTAs) to the right user segments.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3657600" cy="12344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4068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autonomy levels. Human-in-the-loop approvals for risky changes. Full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APDL vs. After APDL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APDL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analytics, flags &amp; testing tools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data pulls and weekly reports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Experiments take weeks to set 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Insights buried in dashboards nobody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One-size-fits-all user experience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840480" cy="5029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APDL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integrated platform, one SDK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streaming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designs &amp; deploys experiments in minutes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Agents surface actionable insights proactively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Personalized UI per user segment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Teams Choose APDL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64592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3-5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164592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0ms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evaluation latency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164592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methods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20240" cy="164592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037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 for safety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651760" cy="137160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2651760" cy="45720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7472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0584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decouple deploy from release. Test in production safely.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3291840"/>
            <a:ext cx="2651760" cy="137160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22" name="Shape 19"/>
          <p:cNvSpPr/>
          <p:nvPr/>
        </p:nvSpPr>
        <p:spPr>
          <a:xfrm>
            <a:off x="3337560" y="3291840"/>
            <a:ext cx="2651760" cy="45720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47472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8620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4747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has statistical confidence. No more gut-feel shipping.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17920" y="3291840"/>
            <a:ext cx="2651760" cy="137160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27" name="Shape 23"/>
          <p:cNvSpPr/>
          <p:nvPr/>
        </p:nvSpPr>
        <p:spPr>
          <a:xfrm>
            <a:off x="6217920" y="3291840"/>
            <a:ext cx="2651760" cy="45720"/>
          </a:xfrm>
          <a:prstGeom prst="rect">
            <a:avLst/>
          </a:prstGeom>
          <a:solidFill>
            <a:srgbClr val="E8553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7472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6656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Engineering Burden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550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handle analysis and experiment setup. Your team focuses on building.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to Integrate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engineering team can be up and running in under a 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64208"/>
            <a:ext cx="457200" cy="45720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SDK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npm package. Works with any JavaScript framework — React, Vue, vanilla JS.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737360"/>
            <a:ext cx="914400" cy="32004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487168"/>
            <a:ext cx="457200" cy="45720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API 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with your project key. Events start flowing immediately.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2560320"/>
            <a:ext cx="914400" cy="32004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310128"/>
            <a:ext cx="457200" cy="45720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UI Slots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data-apdl-slot attributes where you want personalized components.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3383280"/>
            <a:ext cx="914400" cy="32004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133088"/>
            <a:ext cx="457200" cy="45720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Agents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54480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autonomy level and let AI start finding opportunities.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4206240"/>
            <a:ext cx="914400" cy="32004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Safety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3258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76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4 autonomy levels. High-risk changes always require human approval.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13258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53212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through automated safety checks before deployment.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834640"/>
            <a:ext cx="3657600" cy="13258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0876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experiment, and deployment is logged with timestamps and reasoning.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834640"/>
            <a:ext cx="3657600" cy="13258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Support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53212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on any experiment or feature flag change. No data loss.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0" name="Text 14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consent management, PII scrubbing, and cookieless tracking mode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Let Your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Optimize Itself?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guessing. Start growing. Autonomously.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  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3200400"/>
            <a:ext cx="2743200" cy="548640"/>
          </a:xfrm>
          <a:prstGeom prst="rect">
            <a:avLst/>
          </a:prstGeom>
          <a:solidFill>
            <a:srgbClr val="243352"/>
          </a:solidFill>
          <a:ln w="19050">
            <a:solidFill>
              <a:srgbClr val="E85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github.com/your-org/apdl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APDL — Grow Faster with Autonomous Experimentation</dc:title>
  <dc:subject>PptxGenJS Presentation</dc:subject>
  <dc:creator>APDL</dc:creator>
  <cp:lastModifiedBy>APDL</cp:lastModifiedBy>
  <cp:revision>1</cp:revision>
  <dcterms:created xsi:type="dcterms:W3CDTF">2026-03-10T19:34:54Z</dcterms:created>
  <dcterms:modified xsi:type="dcterms:W3CDTF">2026-03-10T19:34:54Z</dcterms:modified>
</cp:coreProperties>
</file>