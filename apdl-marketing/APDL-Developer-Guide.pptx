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APDL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Product Development Loop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Integration Guide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Self-Optimizing Analytics &amp; Experimentation Platform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APDL?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 that ingests user behavior, evaluates feature flags, runs experiments with real statistical rigor, and deploys LLM-powered agents to autonomously optimize your product.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Ingestion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event pipeline via Redis Streams to ClickHouse. Batch writes (1000 events / 5s flush).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228600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688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37760" y="2834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evaluation with MurmurHash3 bucketing. Zero server round-trips. Real-time SSE updates.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370332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862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914400" y="42519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Frequentist, Bayesian &amp; Sequential testing. CUPED variance reduction. Automatic sample size checks.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370332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8862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37760" y="42519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machines for behavior analysis, experiment design, personalization &amp; feature proposals.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463040"/>
            <a:ext cx="1645920" cy="868680"/>
          </a:xfrm>
          <a:prstGeom prst="rect">
            <a:avLst/>
          </a:prstGeom>
          <a:solidFill>
            <a:srgbClr val="00D4A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4630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(TypeScript)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0" y="1463040"/>
            <a:ext cx="1645920" cy="8686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377440" y="14630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463040"/>
            <a:ext cx="1645920" cy="8686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4630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834640"/>
            <a:ext cx="1645920" cy="8686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834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3931920"/>
            <a:ext cx="1645920" cy="8686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3931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2834640"/>
            <a:ext cx="1645920" cy="8686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77440" y="2834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2834640"/>
            <a:ext cx="1645920" cy="8686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2834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3931920"/>
            <a:ext cx="1645920" cy="868680"/>
          </a:xfrm>
          <a:prstGeom prst="rect">
            <a:avLst/>
          </a:prstGeom>
          <a:solidFill>
            <a:srgbClr val="00D4A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3931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77440" y="3931920"/>
            <a:ext cx="1645920" cy="8686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377440" y="39319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pgvector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20240" y="1865376"/>
            <a:ext cx="457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2" name="Shape 20"/>
          <p:cNvSpPr/>
          <p:nvPr/>
        </p:nvSpPr>
        <p:spPr>
          <a:xfrm>
            <a:off x="4023360" y="1865376"/>
            <a:ext cx="457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Shape 21"/>
          <p:cNvSpPr/>
          <p:nvPr/>
        </p:nvSpPr>
        <p:spPr>
          <a:xfrm>
            <a:off x="5285232" y="2331720"/>
            <a:ext cx="36576" cy="5029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Shape 22"/>
          <p:cNvSpPr/>
          <p:nvPr/>
        </p:nvSpPr>
        <p:spPr>
          <a:xfrm>
            <a:off x="5285232" y="3703320"/>
            <a:ext cx="36576" cy="228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3246120"/>
            <a:ext cx="457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4343400"/>
            <a:ext cx="457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1865376"/>
            <a:ext cx="457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2112" y="3703320"/>
            <a:ext cx="36576" cy="228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3246120"/>
            <a:ext cx="16459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1168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/v1/events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SDK Quick Start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lines to start tracking. Zero server round-trips for flag evaluation.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29260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37360"/>
            <a:ext cx="7132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Install &amp; initialize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APDL from "@apdl/sdk";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client = APDL.init({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apiKey: "proj_123_sk_...",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host: "https://your-ingestion.com"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Track events, evaluate flags, run experiments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client.track("purchase", { amount: 49.99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showBanner = client.flag("new-banner");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variant = client.experiment("checkout-flow");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Flags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Evaluation, Zero Latency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84048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Lookup flag in local cache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084832"/>
            <a:ext cx="384048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848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Check enabled status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15184"/>
            <a:ext cx="384048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1518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Evaluate targeting rules (first match)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145536"/>
            <a:ext cx="384048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4553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MurmurHash3 user into bucket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75888"/>
            <a:ext cx="384048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75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Check rollout percentage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384048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06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Select variant by weight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Operators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eq, neq, gt, lt, gte, lte,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contains, regex, in, not_in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SSE push from Config Service.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polling. Instant propagation.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Reasons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4206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rule_match | rollout | not_in_rollout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disabled | not_found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Experimentation Engine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514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Frequentist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2286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&amp; confidence intervals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effect size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recommendations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520440" y="1280160"/>
            <a:ext cx="2514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4630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0332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703320" y="2286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Beta-Binomial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Monte Carlo draws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P(treatment &gt; control)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 calculation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09360" y="1280160"/>
            <a:ext cx="2514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630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9224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92240" y="2286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Always-valid p-values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mSPRT statistic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peeking at results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support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1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CUPED Variance Reduction — Smaller sample sizes, faster results without bias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Agents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LangGraph-powered state machines with 4 autonomy levels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173736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64592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ClickHouse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patterns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2395728"/>
            <a:ext cx="2743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Shape 8"/>
          <p:cNvSpPr/>
          <p:nvPr/>
        </p:nvSpPr>
        <p:spPr>
          <a:xfrm>
            <a:off x="2651760" y="1554480"/>
            <a:ext cx="1920240" cy="173736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64592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8892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hypotheses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deploys A/B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via flags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395728"/>
            <a:ext cx="2743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1554480"/>
            <a:ext cx="1920240" cy="173736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164592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per-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UI configs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components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2395728"/>
            <a:ext cx="2743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0" y="1554480"/>
            <a:ext cx="1920240" cy="173736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26680" y="164592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new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estimates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Levels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520" y="4023360"/>
            <a:ext cx="1828800" cy="7315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only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788920" y="4023360"/>
            <a:ext cx="182880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278892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low-risk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46320" y="4023360"/>
            <a:ext cx="18288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most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03720" y="4023360"/>
            <a:ext cx="1828800" cy="731520"/>
          </a:xfrm>
          <a:prstGeom prst="rect">
            <a:avLst/>
          </a:prstGeom>
          <a:solidFill>
            <a:srgbClr val="D14343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Server-Driven UI Components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production-ready components. Render via SDK slots. Track every interaction.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14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12801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Top/bottom dismissible banners with CTA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20440" y="1554480"/>
            <a:ext cx="2514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554480"/>
            <a:ext cx="54864" cy="12801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6916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03320" y="2103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overlay with backdrop &amp; actions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554480"/>
            <a:ext cx="2514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554480"/>
            <a:ext cx="54864" cy="12801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916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92240" y="2103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Auto-dismiss notifications (info/success/warning/error)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3063240"/>
            <a:ext cx="2514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063240"/>
            <a:ext cx="54864" cy="12801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004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36118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card with image, title, CTA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520440" y="3063240"/>
            <a:ext cx="2514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20440" y="3063240"/>
            <a:ext cx="54864" cy="12801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2004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1480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Button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703320" y="36118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action buttons (3 variants, 3 sizes)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309360" y="3063240"/>
            <a:ext cx="2514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09360" y="3063240"/>
            <a:ext cx="54864" cy="12801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20040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Msg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6492240" y="36118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inline alerts with status styling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188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TypeScript, Rollup (ESM/CJS/IIFE), Vitest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19072"/>
            <a:ext cx="768096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719072"/>
            <a:ext cx="54864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7190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171907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3.12, FastAPI, Redis (hiredis), Pydantic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249424"/>
            <a:ext cx="768096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249424"/>
            <a:ext cx="54864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24942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24942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3.12, FastAPI, asyncpg, SSE-Starlette, Redis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779776"/>
            <a:ext cx="768096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779776"/>
            <a:ext cx="54864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7797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277977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3.12, FastAPI, ClickHouse, SciPy, NumPy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310128"/>
            <a:ext cx="768096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310128"/>
            <a:ext cx="54864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3101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331012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3.12, FastAPI, LangGraph, LiteLLM, pgvector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768096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840480"/>
            <a:ext cx="54864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840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60320" y="38404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3.12, Redis Streams async, clickhouse-driver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370832"/>
            <a:ext cx="768096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4370832"/>
            <a:ext cx="54864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370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60320" y="43708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Compose, Redis 7, ClickHouse 24.1, PostgreSQL 16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Started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365760" cy="3657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@apdl/sdk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setup &amp;&amp; make dev-all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291840"/>
            <a:ext cx="365760" cy="3657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migrate-clickhouse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3886200"/>
            <a:ext cx="365760" cy="3657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first event!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github.com/your-org/apdl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APDL — Developer Integration Guide</dc:title>
  <dc:subject>PptxGenJS Presentation</dc:subject>
  <dc:creator>APDL</dc:creator>
  <cp:lastModifiedBy>APDL</cp:lastModifiedBy>
  <cp:revision>1</cp:revision>
  <dcterms:created xsi:type="dcterms:W3CDTF">2026-03-10T19:32:54Z</dcterms:created>
  <dcterms:modified xsi:type="dcterms:W3CDTF">2026-03-10T19:32:54Z</dcterms:modified>
</cp:coreProperties>
</file>